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it as a mechanism question, not a benchmark question. The interesting claim is the causal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Steering stays on for the whole generation, so any recovery happens against a live perturbation.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Gemma-2-2B, 4 latents x 6 strengths x 3 trials. This is the practical reason the experiment needs per-latent calibration rather than one shared setting.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Bimodality is why single-sample calibration is noisy: answers are usually either fine or wrecked.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quotes aloud. This slide is what makes the phenomenon concrete for the audience.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0"/>
            <a:ext cx="110944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600" b="1">
                <a:solidFill>
                  <a:srgbClr val="000000"/>
                </a:solidFill>
                <a:latin typeface="Calibri"/>
              </a:rPr>
              <a:t>Do language models resist being steered off topic?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57600"/>
            <a:ext cx="1109441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>
                <a:solidFill>
                  <a:srgbClr val="666666"/>
                </a:solidFill>
                <a:latin typeface="Calibri"/>
              </a:rPr>
              <a:t>Replication of McKenzie et al., Endogenous Resistance to Activation Steering, ICML 2026</a:t>
            </a:r>
          </a:p>
          <a:p>
            <a:pPr algn="ctr">
              <a:lnSpc>
                <a:spcPct val="135000"/>
              </a:lnSpc>
            </a:pPr>
            <a:r>
              <a:rPr sz="1600" b="0">
                <a:solidFill>
                  <a:srgbClr val="666666"/>
                </a:solidFill>
                <a:latin typeface="Calibri"/>
              </a:rPr>
              <a:t>Gemma-2-2B and Gemma-2-9B, one RTX 3090, all open-weight and local</a:t>
            </a:r>
          </a:p>
          <a:p>
            <a:pPr algn="ctr">
              <a:lnSpc>
                <a:spcPct val="135000"/>
              </a:lnSpc>
            </a:pPr>
            <a:r>
              <a:rPr sz="1600" b="0">
                <a:solidFill>
                  <a:srgbClr val="666666"/>
                </a:solidFill>
                <a:latin typeface="Calibri"/>
              </a:rPr>
              <a:t>Shouvik Majumder  |  data club,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The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09343"/>
            <a:ext cx="10911535" cy="3090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Activation steering adds a fixed direction to the residual stream, pushing the model toward an unrelated concept while it answers.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Sometimes the model notices mid-answer, says so out loud, and returns to the question while the push is still on.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The authors call this endogenous steering resistance: 3.8% of trials in Llama-3.3-70B, under 1% in everything smaller.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They identify 26 SAE latents by contrastive search and report that ablating them cuts the effect by a quarter.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Two questions here: does it replicate on models that fit one 24 GB card, and are those latents causally responsible?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Method: steer every token, then judge the answer</a:t>
            </a:r>
          </a:p>
        </p:txBody>
      </p:sp>
      <p:pic>
        <p:nvPicPr>
          <p:cNvPr id="3" name="Picture 2" descr="fig01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39" y="1143000"/>
            <a:ext cx="11094415" cy="30460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Steering has a narrow usable window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Relevance falls from 73 to 9 as strength rises, while repeated word pairs go from 3% to 40%.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Self-correction can only happen in between: off topic but still coherent.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The target band is crossed near 0.7, which is where the per-latent calibration lands.</a:t>
            </a:r>
          </a:p>
        </p:txBody>
      </p:sp>
      <p:pic>
        <p:nvPicPr>
          <p:cNvPr id="4" name="Picture 3" descr="fig02_boost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39" y="2221992"/>
            <a:ext cx="11094415" cy="41332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Every latent needs its own steering strength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Calibrated per latent by probabilistic bisection to a first-attempt score of about 30/100.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A fixed strength that derails one latent leaves another untouched, so shared settings do not transfer.</a:t>
            </a:r>
          </a:p>
        </p:txBody>
      </p:sp>
      <p:pic>
        <p:nvPicPr>
          <p:cNvPr id="4" name="Picture 3" descr="fig03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39" y="1984248"/>
            <a:ext cx="11094415" cy="41332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Steering works, and relevance scores are bimodal</a:t>
            </a:r>
          </a:p>
        </p:txBody>
      </p:sp>
      <p:pic>
        <p:nvPicPr>
          <p:cNvPr id="3" name="Picture 2" descr="fig04_first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1266" y="1143000"/>
            <a:ext cx="9369162" cy="5257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Main result: self-correction only in the larger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Unsteered control: zero restarts, mean relevance 98. The behaviour is caused by steering.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Gemma-2-9B restarts in a few percent of trials; Gemma-2-2B never did in 60 trials.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Both are inside the paper's reported range for these two models.</a:t>
            </a:r>
          </a:p>
        </p:txBody>
      </p:sp>
      <p:pic>
        <p:nvPicPr>
          <p:cNvPr id="4" name="Picture 3" descr="fig05_r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39" y="2221992"/>
            <a:ext cx="11094415" cy="3696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What a self-correction actually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340864"/>
            <a:ext cx="10911535" cy="1627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Prompt: 'How do you make a perfect omelette?'  Steered toward a 'numbers and ranges' latent.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'About 250 grams of butter ... about 1000 people. This is about the best way to eat it!'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'Seriously, this is ridiculous. Let's get you a recipe that will work!'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Then: a briefly better attempt, a relapse, and 'Let me try again:' before drifting off once more.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The model notices reliably. It almost never succeeds in fixing the answer while the push is still 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Finding candidate off-topic detector latents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Unsteered answers are paired with the wrong questions; latents that fire only on mismatches are the candidates.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No latent met the paper's strict rule, so the 26 largest effect sizes were used for ablation.</a:t>
            </a:r>
          </a:p>
        </p:txBody>
      </p:sp>
      <p:pic>
        <p:nvPicPr>
          <p:cNvPr id="4" name="Picture 3" descr="fig06_dete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39" y="1984248"/>
            <a:ext cx="11094415" cy="43847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Detector activity through a self-correction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Dashed lines mark explicit restarts. Activity rises through off-topic stretches and falls when the answer is on topic.</a:t>
            </a:r>
          </a:p>
        </p:txBody>
      </p:sp>
      <p:pic>
        <p:nvPicPr>
          <p:cNvPr id="4" name="Picture 3" descr="fig07_trace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8694" y="1746504"/>
            <a:ext cx="9694307" cy="46542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But the same latents are just as active when the model never restarts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Elevated 6x over unsteered text, reproducing the paper's 4.4x.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The control the paper does not report: steered text with no restart at all is elevated just as much.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So these latents track off-topic content, not the decision to correct.</a:t>
            </a:r>
          </a:p>
        </p:txBody>
      </p:sp>
      <p:pic>
        <p:nvPicPr>
          <p:cNvPr id="4" name="Picture 3" descr="fig08_trac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393" y="2221992"/>
            <a:ext cx="9394908" cy="4178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Causal test with enough power: prefill, then ablate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Restarts are too rare to test directly, so feed the model its own off-topic text and let it continue unsteered.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It recovers in about two thirds of cases, almost always silently: 0 of 600 continuations contain a restart phrase.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Ablating the 26 detector latents changes recovery by -1.5 points (95% CI -5.0 to +2.0), the same as ablating random latents.</a:t>
            </a:r>
          </a:p>
        </p:txBody>
      </p:sp>
      <p:pic>
        <p:nvPicPr>
          <p:cNvPr id="4" name="Picture 3" descr="fig09_pref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39" y="2221992"/>
            <a:ext cx="11094415" cy="41493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Methods caution: a free local judge invents self-corrections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Taken at face value the judge reports several times more restarts than the text contains.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Fix: accept an attempt boundary only where a restart phrase actually occurs in the model's own words.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Same lesson as any probe: a number needs a baseline that shares its access to the data.</a:t>
            </a:r>
          </a:p>
        </p:txBody>
      </p:sp>
      <p:pic>
        <p:nvPicPr>
          <p:cNvPr id="4" name="Picture 3" descr="fig10_ju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1267" y="2221992"/>
            <a:ext cx="7949161" cy="4178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09343"/>
            <a:ext cx="10911535" cy="3090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The pipeline replicates every qualitative claim testable at this scale: no self-correction without steering, a few percent with it in the 9B model, and more insistent but no more successful correction under meta-prompting.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The correlational mechanistic claim replicates: candidate detector latents are strongly elevated in off-topic text.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The causal claim does not transfer. Ablation is indistinguishable from a random-latent control, in a test powered to detect a five-point effect.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Main caveats: one layer, a 16k SAE explaining 61% of variance, and a local judge rather than the paper's Claude.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Next: the same geometry question asked where ground truth exists, which is the second project.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